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 mês</c:v>
                </c:pt>
              </c:strCache>
            </c:strRef>
          </c:tx>
          <c:spPr>
            <a:solidFill>
              <a:srgbClr val="6A3FC6"/>
            </a:solidFill>
            <a:effectLst/>
          </c:spPr>
          <c:invertIfNegative val="0"/>
          <c:dLbls>
            <c:numFmt formatCode="&quot;R$ &quot;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E1E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 vagas
preenchidas</c:v>
                  </c:pt>
                  <c:pt idx="1">
                    <c:v>3 vagas</c:v>
                  </c:pt>
                  <c:pt idx="2">
                    <c:v>4 vagas</c:v>
                  </c:pt>
                  <c:pt idx="3">
                    <c:v>5 vagas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104</c:v>
                </c:pt>
                <c:pt idx="2">
                  <c:v>139</c:v>
                </c:pt>
                <c:pt idx="3">
                  <c:v>174</c:v>
                </c:pt>
              </c:numCache>
            </c:numRef>
          </c:val>
        </c:ser>
        <c:dLbls>
          <c:numFmt formatCode="&quot;R$ &quot;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E1E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C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 deck é para o dono do estabelecimento, não para investidor. A promessa central cabe em uma frase: o lugar que sobra na sua turma hoje rende zero; com o Kidoo, rende.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a fixar: o custo marginal de uma criança a mais numa turma que já vai acontecer é praticamente zero. É a única fonte de margem barata que existe em atividade infantil.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Objeção mais comum: "isso não canibaliza minha matrícula?" A resposta é o público — quem assina o Kidoo é quem não ia fechar matrícula de qualquer jeito. E a vaga ociosa só existe onde já sobra lugar.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 do cálculo: R$ 8 por presença, 4,35 semanas por mês. 5 vagas x R$ 8 x 4,35 = R$ 174. Números de vaga ociosa; a vaga cheia (turma aberta só por nossa causa) vale R$ 18.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resposta para o medo real do parceiro: perder controle da própria agenda. Nada é automático, nada é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confiança. Muitos parceiros já foram queimados por plataforma que cobra por "check-in" que ninguém viu acontecer. Aqui a presença é ativa, feita por 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Objeção prática: "minha recepcionista não vai aprender mais um sistema". Por isso a operação diária é uma tela só e um campo de seis dígitos.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Fechamento. O pedido é pequeno de propósito: uma conversa e uma turma. O extrato do primeiro mês é o argumento, não 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6A3FC6">
              <a:alpha val="22000"/>
            </a:srgbClr>
          </a:solidFill>
          <a:ln w="12700">
            <a:solidFill>
              <a:srgbClr val="6A3FC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0E9BA0">
              <a:alpha val="15000"/>
            </a:srgbClr>
          </a:solidFill>
          <a:ln w="12700">
            <a:solidFill>
              <a:srgbClr val="0E9BA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371600"/>
            <a:ext cx="868680" cy="868680"/>
          </a:xfrm>
          <a:prstGeom prst="roundRect">
            <a:avLst>
              <a:gd name="adj" fmla="val 30000"/>
            </a:avLst>
          </a:prstGeom>
          <a:solidFill>
            <a:srgbClr val="6A3FC6"/>
          </a:solidFill>
          <a:ln w="12700">
            <a:solidFill>
              <a:srgbClr val="6A3F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437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14813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Kidoo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9509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vaga que hoje fica vazia</a:t>
            </a:r>
            <a:endParaRPr lang="en-US" sz="4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a render.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para academias, escolinhas e clubes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5440680"/>
            <a:ext cx="3931920" cy="566928"/>
          </a:xfrm>
          <a:prstGeom prst="roundRect">
            <a:avLst>
              <a:gd name="adj" fmla="val 50000"/>
            </a:avLst>
          </a:prstGeom>
          <a:solidFill>
            <a:srgbClr val="FFC839"/>
          </a:solidFill>
          <a:ln w="12700">
            <a:solidFill>
              <a:srgbClr val="FFC8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544068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R$ 8,00 por criança que aparece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turma tem lugar sobrando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984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ele já está pago: o professor, a sala e a estrutura custam o mesmo com 11 ou com 16 crianças.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53312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83664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14016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44368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0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05072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65776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96128" y="2286000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816352"/>
            <a:ext cx="384048" cy="384048"/>
          </a:xfrm>
          <a:prstGeom prst="ellipse">
            <a:avLst/>
          </a:prstGeom>
          <a:solidFill>
            <a:srgbClr val="6A3FC6"/>
          </a:solidFill>
          <a:ln w="19050">
            <a:solidFill>
              <a:srgbClr val="6A3F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53312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83664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14016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44368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05072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5776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96128" y="2816352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3D3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matriculados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lugares livres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23760" y="2148840"/>
            <a:ext cx="4114800" cy="2286000"/>
          </a:xfrm>
          <a:prstGeom prst="roundRect">
            <a:avLst>
              <a:gd name="adj" fmla="val 8800"/>
            </a:avLst>
          </a:prstGeom>
          <a:solidFill>
            <a:srgbClr val="F6F5FB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1E2F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543800" y="2487168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3E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R$ 0,00</a:t>
            </a:r>
            <a:endParaRPr lang="en-US" sz="54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3429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que esses 9 lugares rendem hoje, aula após aula, semana após semana.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um problema de vender mais matrícula. Matrícula é compromisso de meses — muita família não assina, mas iria a uma aula.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Kidoo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984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assinatura para famílias que querem variar as atividades dos filhos sem fechar matrícula em cada uma.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658368" cy="658368"/>
          </a:xfrm>
          <a:prstGeom prst="ellipse">
            <a:avLst/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112264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família assina um plano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47802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 mensalidade ao Kidoo e recebe uma cota semanal de créditos para usar como quiser.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3355848"/>
            <a:ext cx="658368" cy="658368"/>
          </a:xfrm>
          <a:prstGeom prst="ellipse">
            <a:avLst/>
          </a:prstGeom>
          <a:solidFill>
            <a:srgbClr val="DFF6F6"/>
          </a:solidFill>
          <a:ln w="12700">
            <a:solidFill>
              <a:srgbClr val="DFF6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558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319272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aula por aula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3685032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app, vê o que tem perto de casa, reserva um horário específico. Sem contrato com você.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" y="4562856"/>
            <a:ext cx="658368" cy="658368"/>
          </a:xfrm>
          <a:prstGeom prst="ellipse">
            <a:avLst/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562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C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526280"/>
            <a:ext cx="8778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recebe por presença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892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chega, você confirma, e aquela vaga vira receita. Sem presença, não há cobrança.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você, é ocupação nova em horário que já existe — não é desconto na sua mensalidade.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isso rende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984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turma semanal de 20 lugares, com 11 matriculados. Você abre 5 vagas para o Kidoo.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2057400"/>
          <a:ext cx="61264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2057400"/>
            <a:ext cx="4114800" cy="1508760"/>
          </a:xfrm>
          <a:prstGeom prst="roundRect">
            <a:avLst>
              <a:gd name="adj" fmla="val 13333"/>
            </a:avLst>
          </a:prstGeom>
          <a:solidFill>
            <a:srgbClr val="F7F4FE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43800" y="224028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R$ 8,00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543800" y="29260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criança que aparece e você confirma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223760" y="3840480"/>
            <a:ext cx="4114800" cy="1508760"/>
          </a:xfrm>
          <a:prstGeom prst="roundRect">
            <a:avLst>
              <a:gd name="adj" fmla="val 13333"/>
            </a:avLst>
          </a:prstGeom>
          <a:solidFill>
            <a:srgbClr val="F6F5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43800" y="4023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turmas assim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543800" y="437083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9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R$ 522 por mês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543800" y="48646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E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lugares que hoje ficam vazios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 que só acontece por causa do Kidoo é outro produto, e vale R$ 18,00 por presença.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controla a torneira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984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entra na sua agenda sem você abrir. E dá para fechar a qualquer momento.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2514600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1E2F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514600"/>
            <a:ext cx="566928" cy="566928"/>
          </a:xfrm>
          <a:prstGeom prst="ellipse">
            <a:avLst/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697480"/>
            <a:ext cx="201168" cy="201168"/>
          </a:xfrm>
          <a:prstGeom prst="ellipse">
            <a:avLst/>
          </a:prstGeom>
          <a:solidFill>
            <a:srgbClr val="6A3FC6"/>
          </a:solidFill>
          <a:ln w="12700">
            <a:solidFill>
              <a:srgbClr val="6A3FC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turmas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as que você publicar aparecem no app. As outras nem existem para as famílias.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34840" y="2194560"/>
            <a:ext cx="3291840" cy="2514600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1E2F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2514600"/>
            <a:ext cx="566928" cy="566928"/>
          </a:xfrm>
          <a:prstGeom prst="ellipse">
            <a:avLst/>
          </a:prstGeom>
          <a:solidFill>
            <a:srgbClr val="DFF6F6"/>
          </a:solidFill>
          <a:ln w="12700">
            <a:solidFill>
              <a:srgbClr val="DFF6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0" y="2697480"/>
            <a:ext cx="201168" cy="201168"/>
          </a:xfrm>
          <a:prstGeom prst="ellipse">
            <a:avLst/>
          </a:prstGeom>
          <a:solidFill>
            <a:srgbClr val="0E9BA0"/>
          </a:solidFill>
          <a:ln w="12700">
            <a:solidFill>
              <a:srgbClr val="0E9B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lugares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define quantas vagas de cada turma vão para o Kidoo — 2, 5, ou nenhuma nesta semana.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46720" y="2194560"/>
            <a:ext cx="3291840" cy="2514600"/>
          </a:xfrm>
          <a:prstGeom prst="roundRect">
            <a:avLst>
              <a:gd name="adj" fmla="val 8727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  <a:effectLst>
            <a:outerShdw sx="100000" sy="100000" kx="0" ky="0" algn="bl" rotWithShape="0" blurRad="177800" dist="38100" dir="5400000">
              <a:srgbClr val="1E1E2F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514600"/>
            <a:ext cx="566928" cy="566928"/>
          </a:xfrm>
          <a:prstGeom prst="ellipse">
            <a:avLst/>
          </a:prstGeom>
          <a:solidFill>
            <a:srgbClr val="FFE9F1"/>
          </a:solidFill>
          <a:ln w="12700">
            <a:solidFill>
              <a:srgbClr val="FFE9F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9640" y="2697480"/>
            <a:ext cx="201168" cy="201168"/>
          </a:xfrm>
          <a:prstGeom prst="ellipse">
            <a:avLst/>
          </a:prstGeom>
          <a:solidFill>
            <a:srgbClr val="D93E76"/>
          </a:solidFill>
          <a:ln w="12700">
            <a:solidFill>
              <a:srgbClr val="D93E7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6676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quando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6576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Encheu a turma de matriculados? Reduz as vagas e para de receber reservas na hora.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120640"/>
            <a:ext cx="10515600" cy="914400"/>
          </a:xfrm>
          <a:prstGeom prst="roundRect">
            <a:avLst>
              <a:gd name="adj" fmla="val 20000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51206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exclusividade, sem mensalidade, sem multa. Se não valer a pena, você fecha as vagas e pronto.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só recebe pelo que confirmou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984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cobrança acontece por conta própria. Quem diz que a criança veio é você.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566928" cy="566928"/>
          </a:xfrm>
          <a:prstGeom prst="roundRect">
            <a:avLst>
              <a:gd name="adj" fmla="val 30645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1305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família reserva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2130552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a turma no app e gasta os créditos da semana dela.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566928" cy="566928"/>
          </a:xfrm>
          <a:prstGeom prst="roundRect">
            <a:avLst>
              <a:gd name="adj" fmla="val 30645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91640" y="3090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criança chega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3090672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confere a localização e gera um código de 6 dígitos, que vale 30 minutos.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069080"/>
            <a:ext cx="566928" cy="566928"/>
          </a:xfrm>
          <a:prstGeom prst="roundRect">
            <a:avLst>
              <a:gd name="adj" fmla="val 30645"/>
            </a:avLst>
          </a:prstGeom>
          <a:solidFill>
            <a:srgbClr val="6A3FC6"/>
          </a:solidFill>
          <a:ln w="12700">
            <a:solidFill>
              <a:srgbClr val="6A3F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4050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lê o código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343400" y="4050792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recepção, digita os 6 dígitos no painel. É isso que registra a presença.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566928" cy="566928"/>
          </a:xfrm>
          <a:prstGeom prst="roundRect">
            <a:avLst>
              <a:gd name="adj" fmla="val 30645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010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presença vira repasse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5010912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o que você confirmou entra no extrato. O resto não conta.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 código, não há repasse — e isso protege os dois lados: você não paga por quem não veio, e nós não cobramos por aula que não aconteceu.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painel, três telas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984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no navegador do computador da recepção. Não precisa instalar nada.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94560"/>
            <a:ext cx="3291840" cy="3017520"/>
          </a:xfrm>
          <a:prstGeom prst="roundRect">
            <a:avLst>
              <a:gd name="adj" fmla="val 7273"/>
            </a:avLst>
          </a:prstGeom>
          <a:solidFill>
            <a:srgbClr val="F6F5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5146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2697480"/>
            <a:ext cx="1737360" cy="100584"/>
          </a:xfrm>
          <a:prstGeom prst="roundRect">
            <a:avLst>
              <a:gd name="adj" fmla="val 50000"/>
            </a:avLst>
          </a:prstGeom>
          <a:solidFill>
            <a:srgbClr val="6A3FC6"/>
          </a:solidFill>
          <a:ln w="12700">
            <a:solidFill>
              <a:srgbClr val="6A3F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2916936"/>
            <a:ext cx="2194560" cy="100584"/>
          </a:xfrm>
          <a:prstGeom prst="roundRect">
            <a:avLst>
              <a:gd name="adj" fmla="val 50000"/>
            </a:avLst>
          </a:prstGeom>
          <a:solidFill>
            <a:srgbClr val="D3D3E2"/>
          </a:solidFill>
          <a:ln w="12700">
            <a:solidFill>
              <a:srgbClr val="D3D3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3136392"/>
            <a:ext cx="2194560" cy="100584"/>
          </a:xfrm>
          <a:prstGeom prst="roundRect">
            <a:avLst>
              <a:gd name="adj" fmla="val 50000"/>
            </a:avLst>
          </a:prstGeom>
          <a:solidFill>
            <a:srgbClr val="D3D3E2"/>
          </a:solidFill>
          <a:ln w="12700">
            <a:solidFill>
              <a:srgbClr val="D3D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0233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vem em cada turma, quem já chegou e o campo do código. É a tela aberta durante a aula.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2194560"/>
            <a:ext cx="3291840" cy="3017520"/>
          </a:xfrm>
          <a:prstGeom prst="roundRect">
            <a:avLst>
              <a:gd name="adj" fmla="val 7273"/>
            </a:avLst>
          </a:prstGeom>
          <a:solidFill>
            <a:srgbClr val="F6F5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5146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2697480"/>
            <a:ext cx="1737360" cy="100584"/>
          </a:xfrm>
          <a:prstGeom prst="roundRect">
            <a:avLst>
              <a:gd name="adj" fmla="val 50000"/>
            </a:avLst>
          </a:prstGeom>
          <a:solidFill>
            <a:srgbClr val="6A3FC6"/>
          </a:solidFill>
          <a:ln w="12700">
            <a:solidFill>
              <a:srgbClr val="6A3F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2916936"/>
            <a:ext cx="2194560" cy="100584"/>
          </a:xfrm>
          <a:prstGeom prst="roundRect">
            <a:avLst>
              <a:gd name="adj" fmla="val 50000"/>
            </a:avLst>
          </a:prstGeom>
          <a:solidFill>
            <a:srgbClr val="D3D3E2"/>
          </a:solidFill>
          <a:ln w="12700">
            <a:solidFill>
              <a:srgbClr val="D3D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3136392"/>
            <a:ext cx="2194560" cy="100584"/>
          </a:xfrm>
          <a:prstGeom prst="roundRect">
            <a:avLst>
              <a:gd name="adj" fmla="val 50000"/>
            </a:avLst>
          </a:prstGeom>
          <a:solidFill>
            <a:srgbClr val="D3D3E2"/>
          </a:solidFill>
          <a:ln w="12700">
            <a:solidFill>
              <a:srgbClr val="D3D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Turmas e vagas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40233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horário, define quantos lugares abrir e fecha quando quiser. Tudo em uma linha por turma.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2194560"/>
            <a:ext cx="3291840" cy="3017520"/>
          </a:xfrm>
          <a:prstGeom prst="roundRect">
            <a:avLst>
              <a:gd name="adj" fmla="val 7273"/>
            </a:avLst>
          </a:prstGeom>
          <a:solidFill>
            <a:srgbClr val="F6F5FB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251460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6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2697480"/>
            <a:ext cx="1737360" cy="100584"/>
          </a:xfrm>
          <a:prstGeom prst="roundRect">
            <a:avLst>
              <a:gd name="adj" fmla="val 50000"/>
            </a:avLst>
          </a:prstGeom>
          <a:solidFill>
            <a:srgbClr val="6A3FC6"/>
          </a:solidFill>
          <a:ln w="12700">
            <a:solidFill>
              <a:srgbClr val="6A3F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9640" y="2916936"/>
            <a:ext cx="2194560" cy="100584"/>
          </a:xfrm>
          <a:prstGeom prst="roundRect">
            <a:avLst>
              <a:gd name="adj" fmla="val 50000"/>
            </a:avLst>
          </a:prstGeom>
          <a:solidFill>
            <a:srgbClr val="D3D3E2"/>
          </a:solidFill>
          <a:ln w="12700">
            <a:solidFill>
              <a:srgbClr val="D3D3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49640" y="3136392"/>
            <a:ext cx="2194560" cy="100584"/>
          </a:xfrm>
          <a:prstGeom prst="roundRect">
            <a:avLst>
              <a:gd name="adj" fmla="val 50000"/>
            </a:avLst>
          </a:prstGeom>
          <a:solidFill>
            <a:srgbClr val="D3D3E2"/>
          </a:solidFill>
          <a:ln w="12700">
            <a:solidFill>
              <a:srgbClr val="D3D3E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676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A3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Repasse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0233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o Kidoo te deve, por mês e por tipo de vaga. Só entra o que você confirmou.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recepção: cinco minutos. A operação inteira é digitar seis números.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5394960"/>
            <a:ext cx="4206240" cy="4206240"/>
          </a:xfrm>
          <a:prstGeom prst="ellipse">
            <a:avLst/>
          </a:prstGeom>
          <a:solidFill>
            <a:srgbClr val="6A3FC6">
              <a:alpha val="20000"/>
            </a:srgbClr>
          </a:solidFill>
          <a:ln w="12700">
            <a:solidFill>
              <a:srgbClr val="6A3FC6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3619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contrato de exclusividade e sem custo para entrar.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FFC839"/>
          </a:solidFill>
          <a:ln w="12700">
            <a:solidFill>
              <a:srgbClr val="FFC83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24871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conversa de 20 minutos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834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Entendemos suas turmas e quais horários têm lugar sobrando.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56616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FFC839"/>
          </a:solidFill>
          <a:ln w="12700">
            <a:solidFill>
              <a:srgbClr val="FFC83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661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353872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Publicamos as primeiras vagas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3886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Começando pequeno: uma ou duas turmas, as que mais sobram.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61772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FFC839"/>
          </a:solidFill>
          <a:ln w="12700">
            <a:solidFill>
              <a:srgbClr val="FFC83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6177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1E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459028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mês de teste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9377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3B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vê o extrato real antes de decidir qualquer coisa.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92640" y="2651760"/>
            <a:ext cx="1371600" cy="1371600"/>
          </a:xfrm>
          <a:prstGeom prst="roundRect">
            <a:avLst>
              <a:gd name="adj" fmla="val 30000"/>
            </a:avLst>
          </a:prstGeom>
          <a:solidFill>
            <a:srgbClr val="6A3FC6"/>
          </a:solidFill>
          <a:ln w="12700">
            <a:solidFill>
              <a:srgbClr val="6A3FC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0" y="26517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69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41605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Kidoo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0" y="4553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E8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para crianças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Kidoo — proposta para parceiros</dc:title>
  <dc:subject>PptxGenJS Presentation</dc:subject>
  <dc:creator>Kidoo</dc:creator>
  <cp:lastModifiedBy>Kidoo</cp:lastModifiedBy>
  <cp:revision>1</cp:revision>
  <dcterms:created xsi:type="dcterms:W3CDTF">2026-09-07T16:58:54Z</dcterms:created>
  <dcterms:modified xsi:type="dcterms:W3CDTF">2026-09-07T16:58:54Z</dcterms:modified>
</cp:coreProperties>
</file>